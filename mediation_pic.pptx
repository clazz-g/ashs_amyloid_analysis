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1906" y="-15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A1D2-CD90-EF76-FC46-903AA8626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CAFCF-4B0C-70A8-6713-E1655C3E0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9E002-C616-3DBD-9FAC-C84BFEA4A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88CED-6F89-875A-65CE-8A3D9060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991FD-BA78-6712-B59F-4416C82F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53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081E-8204-DE84-5718-2C12E75F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A380-4FAA-D1D1-A933-F0163250E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8BA9C-F4BB-F6AD-5B34-3930D2CC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F280B-0A18-095B-16C0-2ABD2F34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EFCEA-FC00-697C-80B9-8BCFC345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74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596D-B349-82AC-AE8A-B609C01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C47AB-0FCD-B087-AE62-B893565C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FE892-40A5-A7AE-1B0C-05DA16B3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D23-6E51-AF7D-0805-142D180B7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7BC76-5C5F-0C11-6E5E-EA3843C6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53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6010-3801-E15F-49E5-651B6883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9AE1C-6AEE-FB51-70E9-ED363C8AD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8D7F3-6914-FB00-91CA-98DDB9554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72321-4B5B-DF85-BA6F-0954D80B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0D839-6666-8BCF-953E-9965459A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37734-74FE-C8F4-B1FA-880658C1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52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8C40-B189-E3E0-3466-6E9E8CB0B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D38CB-269C-F7AB-2FCC-7FAB11157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180A2-8240-FA38-90B5-4405346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393A6-DA2F-3B2D-43C5-6AEF9D843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A6D66-B0F0-05D9-1C52-C0B06D4FD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2C50D8-2B86-C19D-8B72-DBD06BBFA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5161AD-AFA4-9534-6208-9A79D25F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56C35-2397-04F6-AE11-F31B98F5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707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658AC-0E12-68A9-AF3B-8A402E3C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13687-7F9C-3004-F580-9C3F9F2B3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E6692-7176-BA60-1246-57A59AED8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A212D-BB7B-1919-CFA9-A9743088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66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968108-6483-B907-020F-590ADF85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5BA71-5426-BF6E-5EFC-2958616D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2D02B-5533-4ACB-B32F-73565CFA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25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88A51-BDA1-36EC-5F59-528C29BB0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4C26-E550-BC56-08BA-54E78EFC2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D56EE-A053-DB11-0556-ADFEDEF60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B63D3-5962-8E0F-2AA4-8A4359F24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E5AB8-EB3B-7EF2-8192-9C5B0A60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F0787-9D0C-6E2A-FA74-0AF11241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168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0A67A-5C0C-26DD-9911-D24629EA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421A18-7C38-3FFB-1235-514F2A588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1A6BB-FDC9-CC21-CCEB-BEF034E3B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461CC-1E22-B255-B29E-ECF8607B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7FE2C-CCC8-0511-B40F-98ADC461A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44061-99CB-3EDC-EB0E-2F8CEFD5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950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6ADD9-0905-EFB1-3E62-89D71D5E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ABFB5-2E88-042F-70E4-F90C81355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D8F56-E11D-6B69-13C8-18C1B21B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3B319-8830-936F-00BA-9A5E72CF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474C1-92EA-311C-73A9-6396EBC5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68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663431-9A02-9A4E-3CB8-7C59763A59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47AA6-0262-2BA6-E4CD-9950AAEA6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FF7B6-405A-FA54-F3A9-DF5C2778D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B337C-961C-6E1D-69DF-78070980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B5CDE-B1CA-7C56-90CC-CD8E53C1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94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76D267-ED3E-FA78-06AC-87FB79FF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97FB7-F88D-9FCB-CD1B-58464A521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7CE5C-4BCD-B170-30AA-8C33D9D44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FE54C-652A-4F60-BF8C-60198B38499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18248-98CE-19F0-013D-392F2DD73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710CC-1936-5BDF-6D13-268C85896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C6CB2-AB8A-4390-B53D-B93F472D2A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07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829E0E0-7998-1472-5F09-B679FAF11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566738"/>
            <a:ext cx="5734050" cy="572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9235F4-373D-000C-0B41-C7E764B5FABF}"/>
              </a:ext>
            </a:extLst>
          </p:cNvPr>
          <p:cNvSpPr txBox="1"/>
          <p:nvPr/>
        </p:nvSpPr>
        <p:spPr>
          <a:xfrm rot="18095655">
            <a:off x="4486655" y="3108960"/>
            <a:ext cx="1804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110F2-0564-F343-E34D-5DBA077B6228}"/>
              </a:ext>
            </a:extLst>
          </p:cNvPr>
          <p:cNvSpPr txBox="1"/>
          <p:nvPr/>
        </p:nvSpPr>
        <p:spPr>
          <a:xfrm rot="3233998">
            <a:off x="6669652" y="2970633"/>
            <a:ext cx="89222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GB" sz="1200" dirty="0"/>
          </a:p>
          <a:p>
            <a:pPr algn="ctr"/>
            <a:r>
              <a:rPr lang="en-GB" sz="1200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FE4AD-B00E-9187-08F5-704800FD7929}"/>
              </a:ext>
            </a:extLst>
          </p:cNvPr>
          <p:cNvSpPr txBox="1"/>
          <p:nvPr/>
        </p:nvSpPr>
        <p:spPr>
          <a:xfrm>
            <a:off x="5693664" y="4738374"/>
            <a:ext cx="112776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Total effect </a:t>
            </a:r>
          </a:p>
          <a:p>
            <a:pPr algn="ctr"/>
            <a:r>
              <a:rPr lang="en-GB" sz="1200" dirty="0"/>
              <a:t>c</a:t>
            </a:r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F2AFC-9819-B4D8-EC57-6EF9DDAC7D40}"/>
              </a:ext>
            </a:extLst>
          </p:cNvPr>
          <p:cNvSpPr txBox="1"/>
          <p:nvPr/>
        </p:nvSpPr>
        <p:spPr>
          <a:xfrm>
            <a:off x="5693664" y="3625558"/>
            <a:ext cx="1127760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Direct effect </a:t>
            </a:r>
          </a:p>
          <a:p>
            <a:pPr algn="ctr"/>
            <a:r>
              <a:rPr lang="en-GB" sz="1200" dirty="0"/>
              <a:t>c’</a:t>
            </a:r>
          </a:p>
          <a:p>
            <a:pPr algn="ctr"/>
            <a:endParaRPr lang="en-GB" sz="900" dirty="0"/>
          </a:p>
          <a:p>
            <a:pPr algn="ctr"/>
            <a:endParaRPr lang="en-GB" sz="12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64FB38-0B0B-AA19-111B-6135282EADC4}"/>
              </a:ext>
            </a:extLst>
          </p:cNvPr>
          <p:cNvCxnSpPr/>
          <p:nvPr/>
        </p:nvCxnSpPr>
        <p:spPr>
          <a:xfrm>
            <a:off x="5577840" y="4328160"/>
            <a:ext cx="13594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5C52E60-E1DA-650E-F01A-39CB99A32CCD}"/>
              </a:ext>
            </a:extLst>
          </p:cNvPr>
          <p:cNvSpPr/>
          <p:nvPr/>
        </p:nvSpPr>
        <p:spPr>
          <a:xfrm>
            <a:off x="5693664" y="3371088"/>
            <a:ext cx="401662" cy="226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CD722-9A70-BBBC-B8C4-8450349AABDB}"/>
              </a:ext>
            </a:extLst>
          </p:cNvPr>
          <p:cNvSpPr txBox="1"/>
          <p:nvPr/>
        </p:nvSpPr>
        <p:spPr>
          <a:xfrm>
            <a:off x="5416296" y="5114639"/>
            <a:ext cx="1682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Indirect effect = a*b</a:t>
            </a:r>
          </a:p>
          <a:p>
            <a:pPr algn="ctr"/>
            <a:r>
              <a:rPr lang="en-GB" sz="1200" b="1" dirty="0"/>
              <a:t>-0.045, p = 0.036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C7074D-DCC4-A4E8-E53F-F1986AF358EB}"/>
              </a:ext>
            </a:extLst>
          </p:cNvPr>
          <p:cNvSpPr txBox="1"/>
          <p:nvPr/>
        </p:nvSpPr>
        <p:spPr>
          <a:xfrm>
            <a:off x="6975900" y="3320547"/>
            <a:ext cx="1064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0.012*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D20217-75CE-A6C4-82E6-2D99331AC45E}"/>
              </a:ext>
            </a:extLst>
          </p:cNvPr>
          <p:cNvSpPr txBox="1"/>
          <p:nvPr/>
        </p:nvSpPr>
        <p:spPr>
          <a:xfrm>
            <a:off x="5985445" y="4051161"/>
            <a:ext cx="1064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-0.125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4002D2-1A7C-3AB7-D3F5-DBB7C61FD8CF}"/>
              </a:ext>
            </a:extLst>
          </p:cNvPr>
          <p:cNvSpPr txBox="1"/>
          <p:nvPr/>
        </p:nvSpPr>
        <p:spPr>
          <a:xfrm>
            <a:off x="4917616" y="3315698"/>
            <a:ext cx="1064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-0.407*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834FBC-F1AE-D445-8B42-096420345CE7}"/>
              </a:ext>
            </a:extLst>
          </p:cNvPr>
          <p:cNvSpPr txBox="1"/>
          <p:nvPr/>
        </p:nvSpPr>
        <p:spPr>
          <a:xfrm>
            <a:off x="5979502" y="4544295"/>
            <a:ext cx="1064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-0.170*</a:t>
            </a:r>
          </a:p>
        </p:txBody>
      </p:sp>
    </p:spTree>
    <p:extLst>
      <p:ext uri="{BB962C8B-B14F-4D97-AF65-F5344CB8AC3E}">
        <p14:creationId xmlns:p14="http://schemas.microsoft.com/office/powerpoint/2010/main" val="477403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31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Clara Gallay</dc:creator>
  <cp:lastModifiedBy>Clara Gallay</cp:lastModifiedBy>
  <cp:revision>1</cp:revision>
  <dcterms:created xsi:type="dcterms:W3CDTF">2025-11-12T10:32:59Z</dcterms:created>
  <dcterms:modified xsi:type="dcterms:W3CDTF">2025-11-13T12:20:00Z</dcterms:modified>
</cp:coreProperties>
</file>